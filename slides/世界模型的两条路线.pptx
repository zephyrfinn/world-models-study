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10秒。不要念标题。</a:t>
            </a:r>
          </a:p>
          <a:p>
            <a:r>
              <a:t>「我做的是世界模型方向的复现加实验项目。两条路线都做了，但重点在后面自己设计的实验。」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90秒。全场地基，值得花时间。</a:t>
            </a:r>
          </a:p>
          <a:p>
            <a:r>
              <a:t>核心：世界模型=在脑子里建模拟器，先预演再行动，省真实交互。</a:t>
            </a:r>
          </a:p>
          <a:p>
            <a:r>
              <a:t>两条路线：Dreamer要重建像素（浪费在无关细节）；JEPA不重建（但有塌缩风险）。</a:t>
            </a:r>
          </a:p>
          <a:p>
            <a:r>
              <a:t>【必须埋伏笔】「如果目标只是预测下一个向量要准，有个作弊解——让encoder对任何输入都输出同一个常数，loss直接趋近0。模型赢了，任务输了。这叫表征塌缩。记住它，我最重要的实验就围绕它。」</a:t>
            </a:r>
          </a:p>
          <a:p>
            <a:r>
              <a:t>这里省30秒，第10页要多花2分钟解释。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20秒。这页只是路标。三件事：手写Dreamer、跑通LeWM、三组受控实验。翻页。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「没跑现成仓库，从零写的，670行单文件——没办法躲在别人的train.py后面。」</a:t>
            </a:r>
          </a:p>
          <a:p>
            <a:r>
              <a:t>【主动降低本页重要性】「这个结果本身不重要，是教科书预期结果。下一页那个才是我想给你看的。」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50秒。Dreamer部分唯一值得细讲的一页。</a:t>
            </a:r>
          </a:p>
          <a:p>
            <a:r>
              <a:t>「策略从头到尾没见过真实状态，完全在想象里训练。那万一模型编了个奖励很高但不存在的世界呢？」</a:t>
            </a:r>
          </a:p>
          <a:p>
            <a:r>
              <a:t>左图KL稳在0.8，free bits=1.0在起作用，没塌缩也没爆炸。</a:t>
            </a:r>
          </a:p>
          <a:p>
            <a:r>
              <a:t>右图关键：想象内部算的λ-return从0涨到70+，和真实回报同步。</a:t>
            </a:r>
          </a:p>
          <a:p>
            <a:r>
              <a:t>「如果它自己涨得高但真实表现不动，就是自我欺骗。这图证明没发生。」</a:t>
            </a:r>
          </a:p>
          <a:p>
            <a:r>
              <a:t>可能追问 free bits：给KL设下限，防止随机变量被压成不携带信息，同VAE后验塌缩。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</a:t>
            </a:r>
          </a:p>
          <a:p>
            <a:r>
              <a:t>86%是后面所有数字的参照基准。</a:t>
            </a:r>
          </a:p>
          <a:p>
            <a:r>
              <a:t>重点讲右边那个「4小时」：不是花在科研上，是装环境。四处断裂——缺swig、datasets五年前版本、transformers 5.x重命名ViT权重导致checkpoint加载不了、HDF5被静默import失败关掉。</a:t>
            </a:r>
          </a:p>
          <a:p>
            <a:r>
              <a:t>「复现类文章通常略过这段，但这恰恰是真正卡住人的地方。」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15秒。必须停下来，让对方意识到叙事切换。</a:t>
            </a:r>
          </a:p>
          <a:p>
            <a:r>
              <a:t>「以上都是复现别人的。【停】接下来是我自己设计的。」</a:t>
            </a:r>
          </a:p>
          <a:p>
            <a:r>
              <a:t>【别省这句】「三组实验共用同一份数据、同一个encoder、同一个优化器、同样900步、同样50条episode——每组只动一个变量。」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</a:t>
            </a:r>
          </a:p>
          <a:p>
            <a:r>
              <a:t>扫history_size 1/3/5，3是论文默认。左图loss单调下降（符合直觉），右图成功率没跟上。</a:t>
            </a:r>
          </a:p>
          <a:p>
            <a:r>
              <a:t>h=1→h=3：loss改善，成功率反而掉2个点。</a:t>
            </a:r>
          </a:p>
          <a:p>
            <a:r>
              <a:t>【最能体现统计素养的一句，主动说】「这两个点的差距我认为就是噪声。50条episode、p≈0.5，二项标准误约7个百分点。我能下的结论只有h=5更好。」</a:t>
            </a:r>
          </a:p>
          <a:p>
            <a:r>
              <a:t>「但正是这个错位让我起疑，才有后面两组实验。」</a:t>
            </a:r>
          </a:p>
          <a:p>
            <a:r>
              <a:t>追问「为什么不多跑seed」：时间限制，这是最明显短板，README里也这么写的，给我一周补seed是第一优先。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70秒。这页是主动认错，讲法很关键——不要辩解，要干脆。</a:t>
            </a:r>
          </a:p>
          <a:p>
            <a:r>
              <a:t>「我原本想做架构对比。跑出来PLDM预测更差却规划更好，我一度以为抓到了一个漂亮的反例。」</a:t>
            </a:r>
          </a:p>
          <a:p>
            <a:r>
              <a:t>【停】「但它不成立。」</a:t>
            </a:r>
          </a:p>
          <a:p>
            <a:r>
              <a:t>三条依次说：(1)diff发现两个module.py逐字节相同，从来就不是架构对比；(2)train.py没给Manager传seed，两次初始权重不同——训练开始前sanity loss就是5.147 vs 5.001；(3)14个点 z=1.44 p=0.15，CI跨过0。</a:t>
            </a:r>
          </a:p>
          <a:p>
            <a:r>
              <a:t>【转折，这才是价值】「所以它实际测的是重跑方差：同架构同数据同配方，只是初始化不同，成功率就能差14个点。这反而给了我一把尺子——15个点以内的差距都不能当结论，包括我自己另外两组实验里的差距。」</a:t>
            </a:r>
          </a:p>
          <a:p>
            <a:r>
              <a:t>如果被问「那你怎么发现的」：老实说是被问到「官方不是说LeWM比PLDM好吗」之后才去diff的。这个回答比假装自己主动发现更可信。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60秒。全场高潮，语速放慢。</a:t>
            </a:r>
          </a:p>
          <a:p>
            <a:r>
              <a:t>「把SIGReg权重从0.09调到0.001，几乎关掉。结果预测loss掉到0.004——整晚最低，比正常好60倍。」</a:t>
            </a:r>
          </a:p>
          <a:p>
            <a:r>
              <a:t>【停】「但这个数字是假的。」【停】</a:t>
            </a:r>
          </a:p>
          <a:p>
            <a:r>
              <a:t>「我没有相信它。我写了个脚本，加载checkpoint、编码256帧真实数据、直接测每维标准差——192维里69维方差趋近于零。encoder塌缩了。」</a:t>
            </a:r>
          </a:p>
          <a:p>
            <a:r>
              <a:t>「模型找到作弊解：输出常数向量。预测常数当然不费力，所以loss反而好看。这个指标在这里是反向的。」</a:t>
            </a:r>
          </a:p>
          <a:p>
            <a:r>
              <a:t>成功率印证：34%，全场最差。</a:t>
            </a:r>
          </a:p>
          <a:p>
            <a:r>
              <a:t>三要素缺一不可：数字反常 → 我不信 → 我设计独立测量去验证。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</a:t>
            </a:r>
          </a:p>
          <a:p>
            <a:r>
              <a:t>看sigreg_loss那一列：塌缩时50.75，是健康情况的十倍。</a:t>
            </a:r>
          </a:p>
          <a:p>
            <a:r>
              <a:t>「正则项一直在报警，它完全检测到了塌缩。但权重只有0.001，贡献只有0.05；而模型靠塌缩把预测误差从0.27降到0.004，净赚0.26。」</a:t>
            </a:r>
          </a:p>
          <a:p>
            <a:r>
              <a:t>【重】「它不是失灵，是被架空了——出价出不过。」</a:t>
            </a:r>
          </a:p>
          <a:p>
            <a:r>
              <a:t>【加分：现场心算】总loss 0.0548 = 预测0.004 + 0.001×50.75。严丝合缝。</a:t>
            </a:r>
          </a:p>
          <a:p>
            <a:r>
              <a:t>另一头10倍权重不塌缩但压太紧，成功率38%。倒U，论文的0.09在顶点。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30秒。收结论，别拖。</a:t>
            </a:r>
          </a:p>
          <a:p>
            <a:r>
              <a:t>「六个checkpoint放一起，横轴loss对数轴跨三个数量级，纵轴成功率。」</a:t>
            </a:r>
          </a:p>
          <a:p>
            <a:r>
              <a:t>「如果loss是可靠代理，应该是向右下的趋势线。【停】它没有趋势。」</a:t>
            </a:r>
          </a:p>
          <a:p>
            <a:r>
              <a:t>「loss最低那个是塌缩模型，规划几乎最差；规划最好的甚至不是LeWM。」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25秒。时间紧可跳。</a:t>
            </a:r>
          </a:p>
          <a:p>
            <a:r>
              <a:t>「手写版证明我理解组件，规模上另外跑了官方DreamerV3在walker-walk，接近任务天花板。两条线分工：一条证明理解，一条拿真实曲线。」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40秒。看岗位决定讲不讲——工程岗讲，研究岗一句带过。</a:t>
            </a:r>
          </a:p>
          <a:p>
            <a:r>
              <a:t>坑1：软链torch复用，包管理器顺着软链把另一个项目的torch就地升级了，而它还有跑了一天的进程在跑（靠Linux对已打开inode的保护才没崩）。</a:t>
            </a:r>
          </a:p>
          <a:p>
            <a:r>
              <a:t>坑2：原计划扫latent dimension直接崩——那参数不是自由的，和编码器宽度硬绑定。失败本身加深了理解。</a:t>
            </a:r>
          </a:p>
          <a:p>
            <a:r>
              <a:t>坑3：终端日志卡住一小时以为挂了，其实是stdout缓冲，指标文件早跑过去了。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50秒。决定最后印象。要讲得干脆，不要显得沮丧。</a:t>
            </a:r>
          </a:p>
          <a:p>
            <a:r>
              <a:t>站得住的只有一样：塌缩本身。embedding标准差差270倍、死维度69对0——直接测量，没有噪声解释空间。</a:t>
            </a:r>
          </a:p>
          <a:p>
            <a:r>
              <a:t>站不住的：六组成功率对比只有一组显著，噪声底约15个点，连SIGReg那18个点都是p=0.064。</a:t>
            </a:r>
          </a:p>
          <a:p>
            <a:r>
              <a:t>实验二更是直接搞错了——以为在比架构，其实是同一个实现。</a:t>
            </a:r>
          </a:p>
          <a:p>
            <a:r>
              <a:t>【关键的收尾】「所以我下一步的优先级被这个错误改写了：不是去扫更多超参数，而是先把评估规模做够——3到5个seed、每次200条以上episode。在那之前，扫什么都分辨不出来。」</a:t>
            </a:r>
          </a:p>
          <a:p>
            <a:r>
              <a:t>这句话比任何实验结果都能说明你懂怎么做研究。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94560"/>
            <a:ext cx="106372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400"/>
              </a:spcAft>
            </a:pPr>
            <a:r>
              <a:rPr sz="1300" b="1">
                <a:solidFill>
                  <a:srgbClr val="2A78D6"/>
                </a:solidFill>
                <a:latin typeface="微软雅黑"/>
              </a:rPr>
              <a:t>基于模型的强化学习 · Model-based RL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4400" b="1">
                <a:solidFill>
                  <a:srgbClr val="17150F"/>
                </a:solidFill>
                <a:latin typeface="微软雅黑"/>
              </a:rPr>
              <a:t>世界模型的两条路线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2700" b="0">
                <a:solidFill>
                  <a:srgbClr val="4A463B"/>
                </a:solidFill>
                <a:latin typeface="微软雅黑"/>
              </a:rPr>
              <a:t>以及我把其中一条拆开验证之后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500" b="0">
                <a:solidFill>
                  <a:srgbClr val="4A463B"/>
                </a:solidFill>
                <a:latin typeface="微软雅黑"/>
              </a:rPr>
              <a:t>Dreamer（生成式 RSSM）  ·  LeWorldModel（非生成式 JEPA）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 /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分歧在哪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Dreamer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“能画出来，才算真懂。”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世界模型带 decoder，训练目标包含把潜在状态还原成像素。然后让策略完全在这个模型的想象里训练。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代价：为了预测球往哪飞，顺带得学会画背景里每一片草叶。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508760"/>
            <a:ext cx="5158587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737360"/>
            <a:ext cx="4609947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100" b="1">
                <a:solidFill>
                  <a:srgbClr val="2A78D6"/>
                </a:solidFill>
                <a:latin typeface="微软雅黑"/>
              </a:rPr>
              <a:t>JEPA / LeWorldModel</a:t>
            </a:r>
          </a:p>
          <a:p>
            <a:pPr>
              <a:lnSpc>
                <a:spcPct val="130000"/>
              </a:lnSpc>
              <a:spcAft>
                <a:spcPts val="1000"/>
              </a:spcAft>
            </a:pPr>
            <a:r>
              <a:rPr sz="1700" b="1">
                <a:solidFill>
                  <a:srgbClr val="17150F"/>
                </a:solidFill>
                <a:latin typeface="微软雅黑"/>
              </a:rPr>
              <a:t>“预测像素本身就是错的目标。”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完全没有 decoder。把观测编码成向量，只预测下一个向量。规划放到测试时做——CEM 搜索动作序列。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代价：没有任何东西阻止 encoder 塌缩成一个常数。必须额外加约束。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两者不共享优化目标（奖励 vs 与目标的距离），也不共享评估指标（累计回报 vs 成功率）。这一点后面还会回来。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我做了什么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3272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1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手写 Dreamer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从零实现，单文件。RSSM、reward model、actor-critic、imagination rollout。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14418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70450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2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复现 LeWorldModel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跑通官方实现，复现出 86% 的规划成功率。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1596" y="1828800"/>
            <a:ext cx="3362858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07628" y="2057400"/>
            <a:ext cx="2850794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200" b="1">
                <a:solidFill>
                  <a:srgbClr val="8D8779"/>
                </a:solidFill>
                <a:latin typeface="Consolas"/>
              </a:rPr>
              <a:t>3</a:t>
            </a:r>
          </a:p>
          <a:p>
            <a:pPr>
              <a:lnSpc>
                <a:spcPct val="145000"/>
              </a:lnSpc>
              <a:spcAft>
                <a:spcPts val="800"/>
              </a:spcAft>
            </a:pPr>
            <a:r>
              <a:rPr sz="1600" b="1">
                <a:solidFill>
                  <a:srgbClr val="17150F"/>
                </a:solidFill>
                <a:latin typeface="微软雅黑"/>
              </a:rPr>
              <a:t>然后去验证它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三组受控实验。这才是值得讲的部分。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Dreamer，一行行写出来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约 670 行，不依赖任何框架。GRU 确定性状态 + 32×16 categorical 随机状态，straight-through 梯度，actor-critic 完全在想象轨迹上用 λ-return 训练。</a:t>
            </a:r>
          </a:p>
        </p:txBody>
      </p:sp>
      <p:pic>
        <p:nvPicPr>
          <p:cNvPr id="4" name="Picture 3" descr="comparison_multis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1966" y="2057400"/>
            <a:ext cx="3927763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240.1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Dreamer 平均回报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113.8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Double-DQN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0920" y="51663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CartPole-v1 · 2 万步 · 3 个 seed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想象出来的东西，对应现实吗？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actor 从头到尾没见过一个真实状态。所以关键问题是：想象轨迹跟不跟现实对齐，还是说世界模型编了一个奖励很高但不存在的世界，策略在里面自我陶醉。</a:t>
            </a:r>
          </a:p>
        </p:txBody>
      </p:sp>
      <p:pic>
        <p:nvPicPr>
          <p:cNvPr id="4" name="Picture 3" descr="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6419" y="2148840"/>
            <a:ext cx="3918857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5120640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KL 稳定在 0.8 附近，free bits 正在起作用（既没后验塌缩也没爆炸）。想象中算出的 λ-return 从 0 涨到 70+，与真实评估回报同步——这就是“没有自欺”的证据。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01_dreamer_from_scratch/results/diagnostics.png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LeWorldModel，复现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86%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官方 checkpoint 的规划成功率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69080" y="160020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约 4 小时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花在装环境上，不是花在科研上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4A463B"/>
                </a:solidFill>
                <a:latin typeface="微软雅黑"/>
              </a:rPr>
              <a:t>tworoom 任务，CEM-MPC，50 条留出 episode。这是后面所有数字的参照基准。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106372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官方 README 和已发布的包之间有四处断裂：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box2d-py 缺 swig 编译不过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datasets 解析到五年前的版本，与现代 pyarrow 不兼容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transformers 5.x 重命名了所有 ViT 权重，导致 checkpoint 加载失败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·  HDF5 支持在包里，但被一个静默的 import 失败关掉了</a:t>
            </a:r>
          </a:p>
          <a:p>
            <a:pPr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8D8779"/>
                </a:solidFill>
                <a:latin typeface="微软雅黑"/>
              </a:rPr>
              <a:t>这些我全写进了仓库——复现类文章通常略过这段，而这段恰恰是真正卡住人的地方。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02_lewm_reproduction/setup.md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5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377440"/>
            <a:ext cx="106372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600"/>
              </a:spcAft>
            </a:pPr>
            <a:r>
              <a:rPr sz="1400" b="1">
                <a:solidFill>
                  <a:srgbClr val="8FB8E8"/>
                </a:solidFill>
                <a:latin typeface="微软雅黑"/>
              </a:rPr>
              <a:t>以上是复现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4200" b="1">
                <a:solidFill>
                  <a:srgbClr val="FFFFFF"/>
                </a:solidFill>
                <a:latin typeface="微软雅黑"/>
              </a:rPr>
              <a:t>以下是我自己做的</a:t>
            </a:r>
          </a:p>
          <a:p>
            <a:pPr>
              <a:lnSpc>
                <a:spcPct val="145000"/>
              </a:lnSpc>
              <a:spcAft>
                <a:spcPts val="2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同一份数据、同一个 encoder、同一个优化器、同样 900 步梯度更新、同样 50 条留出 episode。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400" b="0">
                <a:solidFill>
                  <a:srgbClr val="B8B3A5"/>
                </a:solidFill>
                <a:latin typeface="微软雅黑"/>
              </a:rPr>
              <a:t>每组实验只动一个变量。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03_experiments/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B8B3A5"/>
                </a:solidFill>
                <a:latin typeface="Consolas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实验一 —— 需要看多少历史？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history_size ∈ {1, 3, 5}，即 predictor 能看到几帧过去的 embedding。3 是论文默认值。</a:t>
            </a:r>
          </a:p>
        </p:txBody>
      </p:sp>
      <p:pic>
        <p:nvPicPr>
          <p:cNvPr id="4" name="Picture 3" descr="exp1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4362" y="1920240"/>
            <a:ext cx="6682970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75488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loss 随上下文单调下降，成功率却没跟上。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h=1 → h=3 这一步，loss 改善了，成功率反而掉了 2 个点。50 条 episode 的标准误约 7 个百分点，所以这一对就是噪声，我能下的结论只有“h=5 更好”。但正是这个错位，引出了后面两组实验。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03_experiments/exp1_horizon/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实验二 —— 这一组我做错了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原计划：固定预算只换架构，把 PLDM 塞进同一个训练循环和规划器。跑出来 PLDM 预测更差却规划更好，看着像个漂亮的反例。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2057400"/>
          <a:ext cx="7680958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314"/>
                <a:gridCol w="1881051"/>
                <a:gridCol w="1881051"/>
                <a:gridCol w="1567542"/>
              </a:tblGrid>
              <a:tr h="365760">
                <a:tc>
                  <a:txBody>
                    <a:bodyPr/>
                    <a:lstStyle/>
                    <a:p>
                      <a:pPr algn="l"/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pred_loss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规划成功率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死维度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微软雅黑"/>
                        </a:rPr>
                        <a:t>LeWM h=3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150F"/>
                          </a:solidFill>
                          <a:latin typeface="Consolas"/>
                        </a:rPr>
                        <a:t>0.266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150F"/>
                          </a:solidFill>
                          <a:latin typeface="Consolas"/>
                        </a:rPr>
                        <a:t>52%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150F"/>
                          </a:solidFill>
                          <a:latin typeface="Consolas"/>
                        </a:rPr>
                        <a:t>0 / 192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7150F"/>
                          </a:solidFill>
                          <a:latin typeface="微软雅黑"/>
                        </a:rPr>
                        <a:t>PLDM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150F"/>
                          </a:solidFill>
                          <a:latin typeface="Consolas"/>
                        </a:rPr>
                        <a:t>0.298（更差）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150F"/>
                          </a:solidFill>
                          <a:latin typeface="Consolas"/>
                        </a:rPr>
                        <a:t>66%（更好）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7150F"/>
                          </a:solidFill>
                          <a:latin typeface="Consolas"/>
                        </a:rPr>
                        <a:t>0 / 192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657600"/>
            <a:ext cx="10637215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1">
                <a:solidFill>
                  <a:srgbClr val="C8402E"/>
                </a:solidFill>
                <a:latin typeface="微软雅黑"/>
              </a:rPr>
              <a:t>但它不成立。事后 diff 发现三件事：</a:t>
            </a:r>
          </a:p>
          <a:p>
            <a:pPr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1.  pldm/module.py 和 lewm/module.py 逐字节相同——从来就不是架构对比</a:t>
            </a:r>
          </a:p>
          <a:p>
            <a:pPr>
              <a:lnSpc>
                <a:spcPct val="145000"/>
              </a:lnSpc>
              <a:spcAft>
                <a:spcPts val="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2.  train.py 没给 Manager 传 seed，两次初始权重不同（训练开始前 sanity loss 就是 5.147 vs 5.001）</a:t>
            </a:r>
          </a:p>
          <a:p>
            <a:pPr>
              <a:lnSpc>
                <a:spcPct val="145000"/>
              </a:lnSpc>
              <a:spcAft>
                <a:spcPts val="10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3.  14 个点：z = 1.44，p = 0.15，95% CI [-5, +33] 跨过 0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所以它实际是一次意外的重跑方差测量：同架构、同数据、同配方，仅初始化不同，成功率相差 14 个百分点。这给了整个项目一把尺子——15 个百分点以内的差距都不能当结论。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03_experiments/exp2_pldm/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实验三 —— 于是我不再信 loss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372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LeWorldModel 的核心主张：两项 loss 就够，因为 SIGReg 会防止表征塌缩。我把它的权重扫到 0.001 和 1.0，并且没有去读 loss，而是直接测量 embedding 本身。</a:t>
            </a:r>
          </a:p>
        </p:txBody>
      </p:sp>
      <p:pic>
        <p:nvPicPr>
          <p:cNvPr id="4" name="Picture 3" descr="exp3_sig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3257" y="2103120"/>
            <a:ext cx="6445181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892040"/>
            <a:ext cx="106372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250" b="1">
                <a:solidFill>
                  <a:srgbClr val="17150F"/>
                </a:solidFill>
                <a:latin typeface="微软雅黑"/>
              </a:rPr>
              <a:t>权重 0.001 时：pred_loss = 0.004，是我整晚训出来的最低值，比正常模型好 60 倍——同时 192 维里有 69 维已经死掉。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encoder 塌缩会让预测任务变得极其简单，这个指标在这里是反向的。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正则项没有失灵，它是被架空了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417320"/>
          <a:ext cx="9326874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79"/>
                <a:gridCol w="1554479"/>
                <a:gridCol w="1709927"/>
                <a:gridCol w="1709927"/>
                <a:gridCol w="1399031"/>
                <a:gridCol w="1399031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λ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pred_loss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sigreg_loss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emb 标准差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死维度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8D8779"/>
                          </a:solidFill>
                          <a:latin typeface="微软雅黑"/>
                        </a:rPr>
                        <a:t>成功率</a:t>
                      </a:r>
                    </a:p>
                  </a:txBody>
                  <a:tcPr marL="118872" marR="118872" marT="36576" marB="36576" anchor="ctr">
                    <a:solidFill>
                      <a:srgbClr val="FAF9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C8402E"/>
                          </a:solidFill>
                          <a:latin typeface="微软雅黑"/>
                        </a:rPr>
                        <a:t>0.001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50.75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0.0012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69/192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C8402E"/>
                          </a:solidFill>
                          <a:latin typeface="Consolas"/>
                        </a:rPr>
                        <a:t>34%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7150F"/>
                          </a:solidFill>
                          <a:latin typeface="微软雅黑"/>
                        </a:rPr>
                        <a:t>0.09  ★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0.266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5.16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0.325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7150F"/>
                          </a:solidFill>
                          <a:latin typeface="Consolas"/>
                        </a:rPr>
                        <a:t>52%</a:t>
                      </a:r>
                    </a:p>
                  </a:txBody>
                  <a:tcPr marL="118872" marR="118872" marT="36576" marB="36576" anchor="ctr">
                    <a:solidFill>
                      <a:srgbClr val="E8F3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7150F"/>
                          </a:solidFill>
                          <a:latin typeface="微软雅黑"/>
                        </a:rPr>
                        <a:t>1.0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1.074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11.77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0.115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7150F"/>
                          </a:solidFill>
                          <a:latin typeface="Consolas"/>
                        </a:rPr>
                        <a:t>38%</a:t>
                      </a:r>
                    </a:p>
                  </a:txBody>
                  <a:tcPr marL="118872" marR="11887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" y="3337560"/>
            <a:ext cx="106372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SIGReg 一直在报警——它的值是 50.75，是健康状态的十倍。</a:t>
            </a:r>
          </a:p>
          <a:p>
            <a:pPr>
              <a:lnSpc>
                <a:spcPct val="145000"/>
              </a:lnSpc>
              <a:spcAft>
                <a:spcPts val="1000"/>
              </a:spcAft>
            </a:pPr>
            <a:r>
              <a:rPr sz="1350" b="0">
                <a:solidFill>
                  <a:srgbClr val="4A463B"/>
                </a:solidFill>
                <a:latin typeface="微软雅黑"/>
              </a:rPr>
              <a:t>但权重只有 0.001，它对总 loss 的贡献只有 0.001 × 50.75 ≈ 0.05，而模型靠塌缩省下了 0.26 的预测误差。它出价出不过。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另一头是过度正则：不塌缩，但 embedding 被压得太紧（标准差 0.325 → 0.115），区分状态的能力变弱。论文选的 0.09 正好落在这个倒 U 的顶点。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03_experiments/exp3_sigreg/probe_collapse.py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六个 checkpoint，没有趋势线</a:t>
            </a:r>
          </a:p>
        </p:txBody>
      </p:sp>
      <p:pic>
        <p:nvPicPr>
          <p:cNvPr id="3" name="Picture 2" descr="loss_vs_su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5551" y="1463040"/>
            <a:ext cx="6040593" cy="3383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5120640"/>
            <a:ext cx="106372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400"/>
              </a:spcAft>
            </a:pPr>
            <a:r>
              <a:rPr sz="1300" b="1">
                <a:solidFill>
                  <a:srgbClr val="17150F"/>
                </a:solidFill>
                <a:latin typeface="微软雅黑"/>
              </a:rPr>
              <a:t>如果验证 loss 是可靠的代理指标，横跨三个数量级应该呈现一条向右下的趋势线。它没有。</a:t>
            </a:r>
          </a:p>
          <a:p>
            <a:pPr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loss 最低的那个点是塌缩模型；规划最好的那个甚至不是 LeWM。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04_analysis/summary.csv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规模验证 —— DreamerV3 在 DMC walker-walk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25880"/>
            <a:ext cx="106372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手写版证明我理解每个组件；这一条是官方实现在真实基准上的完整曲线。</a:t>
            </a:r>
          </a:p>
        </p:txBody>
      </p:sp>
      <p:pic>
        <p:nvPicPr>
          <p:cNvPr id="4" name="Picture 3" descr="dreamerv3_walk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606" y="1874519"/>
            <a:ext cx="5238483" cy="28346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4937760"/>
            <a:ext cx="31089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17150F"/>
                </a:solidFill>
                <a:latin typeface="Consolas"/>
              </a:rPr>
              <a:t>949</a:t>
            </a:r>
          </a:p>
          <a:p>
            <a:pPr>
              <a:lnSpc>
                <a:spcPct val="130000"/>
              </a:lnSpc>
              <a:spcAft>
                <a:spcPts val="0"/>
              </a:spcAft>
            </a:pPr>
            <a:r>
              <a:rPr sz="1100" b="0">
                <a:solidFill>
                  <a:srgbClr val="8D8779"/>
                </a:solidFill>
                <a:latin typeface="微软雅黑"/>
              </a:rPr>
              <a:t>555k 步时的评估回报（满分约 1000）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9080" y="5029200"/>
            <a:ext cx="7315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曲线仍在上升，重新生成可刷新数值。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05_dreamerv3_scale/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真正花掉时间的地方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37215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把 torch 软链进别人的 venv 复用。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uv 在处理一个没锁版本的 torch&gt;=2 时顺着软链写穿了，悄悄把另一个项目的 torch 从 2.7 升到 2.14，而那个项目当时还有个跑了一天的进程在跑。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embed_dim 不是自由超参数。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projector 的输入宽度取自它，而 ViT-tiny 的宽度固定在 192。我原计划的第一个消融直接崩在矩阵维度上——要正经扫它必须同步缩放骨干网络，那就不再是单变量消融了。</a:t>
            </a:r>
          </a:p>
          <a:p>
            <a:pPr>
              <a:lnSpc>
                <a:spcPct val="145000"/>
              </a:lnSpc>
              <a:spcAft>
                <a:spcPts val="300"/>
              </a:spcAft>
            </a:pPr>
            <a:r>
              <a:rPr sz="1400" b="1">
                <a:solidFill>
                  <a:srgbClr val="17150F"/>
                </a:solidFill>
                <a:latin typeface="微软雅黑"/>
              </a:rPr>
              <a:t>stdout 缓冲藏了两小时进度。</a:t>
            </a:r>
          </a:p>
          <a:p>
            <a:pPr>
              <a:lnSpc>
                <a:spcPct val="145000"/>
              </a:lnSpc>
              <a:spcAft>
                <a:spcPts val="14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终端日志卡在 45000 步一个多小时，而显式落盘的 metrics.jsonl 早就过了 80000 步。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394960"/>
            <a:ext cx="106372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>
                <a:solidFill>
                  <a:srgbClr val="8D8779"/>
                </a:solidFill>
                <a:latin typeface="微软雅黑"/>
              </a:rPr>
              <a:t>完整记录在仓库的 engineering log 里。写下来是因为——出问题的地方，恰恰是没人愿意写下来的地方。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notes/engineering_log.md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372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3000" b="1">
                <a:solidFill>
                  <a:srgbClr val="17150F"/>
                </a:solidFill>
                <a:latin typeface="微软雅黑"/>
              </a:rPr>
              <a:t>什么站得住，什么站不住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463040"/>
            <a:ext cx="5158587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691640"/>
            <a:ext cx="4609947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1">
                <a:solidFill>
                  <a:srgbClr val="2A78D6"/>
                </a:solidFill>
                <a:latin typeface="微软雅黑"/>
              </a:rPr>
              <a:t>站得住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塌缩本身：embedding 标准差 0.0012 对 0.325，差 270 倍；死维度 69 对 0。这是直接测量，不是统计推断，没有噪声解释空间。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官方 checkpoint 的 86%，对比我 900 步训练的所有模型（p&lt;0.001，唯一显著的一组）。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55867" y="1463040"/>
            <a:ext cx="5158587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0DC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30187" y="1691640"/>
            <a:ext cx="4609947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1000"/>
              </a:spcAft>
            </a:pPr>
            <a:r>
              <a:rPr sz="1200" b="1">
                <a:solidFill>
                  <a:srgbClr val="8D8779"/>
                </a:solidFill>
                <a:latin typeface="微软雅黑"/>
              </a:rPr>
              <a:t>站不住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六组成功率对比里只有一组显著，经验噪声底约 15 个百分点——包括 SIGReg 那组的 18 个点（p=0.064）。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实验二我直接搞错了：以为在比架构，其实两者是同一个实现。</a:t>
            </a:r>
          </a:p>
          <a:p>
            <a:pPr>
              <a:lnSpc>
                <a:spcPct val="145000"/>
              </a:lnSpc>
              <a:spcAft>
                <a:spcPts val="900"/>
              </a:spcAft>
            </a:pPr>
            <a:r>
              <a:rPr sz="1250" b="0">
                <a:solidFill>
                  <a:srgbClr val="4A463B"/>
                </a:solidFill>
                <a:latin typeface="微软雅黑"/>
              </a:rPr>
              <a:t>没有 Dreamer 与 LeWorldModel 的正面对比：目标函数和评估指标都不共享。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526280"/>
            <a:ext cx="10637215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00" b="0">
                <a:solidFill>
                  <a:srgbClr val="4A463B"/>
                </a:solidFill>
                <a:latin typeface="微软雅黑"/>
              </a:rPr>
              <a:t>下一步的优先级被实验二改写了：不是扫更多超参数，而是先把评估规模做够——3–5 个 seed、每次 200 条以上 episode。在那之前，扫什么都分辨不出来。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953993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README.md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17175" y="6291072"/>
            <a:ext cx="1097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45000"/>
              </a:lnSpc>
              <a:spcAft>
                <a:spcPts val="600"/>
              </a:spcAft>
            </a:pPr>
            <a:r>
              <a:rPr sz="950" b="0">
                <a:solidFill>
                  <a:srgbClr val="8D8779"/>
                </a:solidFill>
                <a:latin typeface="Consolas"/>
              </a:rPr>
              <a:t>15 /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